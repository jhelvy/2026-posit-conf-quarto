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211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62"/>
    <p:restoredTop sz="94658"/>
  </p:normalViewPr>
  <p:slideViewPr>
    <p:cSldViewPr snapToGrid="0">
      <p:cViewPr varScale="1">
        <p:scale>
          <a:sx n="120" d="100"/>
          <a:sy n="120" d="100"/>
        </p:scale>
        <p:origin x="7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9FD68-F529-3AA2-9EE2-33E1228123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BF4690-F809-4FF2-8C20-8D95E3344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4A324B-5CD4-37CF-4E85-0E20D4DD9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4E9D59-558C-B3C5-095E-5219B4DA3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9FBF9C-6FF5-1444-8F57-7BC9436AE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309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098D4-9828-640F-190A-A7DFC95D1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B6079-C696-7A26-5AB7-B4A7673AD1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14332-F136-035C-DEFA-345D16200F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5F2661-D899-39E7-01DA-86A2EDF36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5ACE3-FAF4-ABB1-03E9-611CFB9EF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621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3857C-CAF9-2C1C-90B3-A3BAADA75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C687AC-F11C-5D5E-ABEC-65131D487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297D2E-E911-F6D7-7C50-CE6F9B669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F1700-EE43-4179-E0BF-988B8B8A9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2E84E-F7B3-DB0B-989D-873FE673A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953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05160-7180-E2C2-B902-F06E83399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819253-11A7-AD8A-E198-B5284C3C1E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A720CE-6F64-19AD-12C1-BA56AF714A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0610A8-13C5-C614-8AD9-55EB6B8D7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F08F23-E46F-5521-FB6B-0038CBE90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09314-0F59-34D7-222D-2BF865749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154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1B695-9A98-C15B-200B-D1774FEEC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207E84-D246-C6FC-B07A-FD491A4ED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D7340D-3D5D-ED7A-0DEC-FB1D96779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624D1-9190-E28A-0CFE-C4AF393105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89F9CE-440F-BF02-79CA-84FAEA955B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5D38B3-342C-5C00-905D-0803751FA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9865AF-AF01-EA7B-B0BF-1230A754D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6C9E05-FFF6-63C8-37BA-D92389D63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644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02FF3-3C87-9293-87D4-5E2049685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9D008F-B180-2D73-B0A2-EC8624687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2B348-A3ED-9384-BB86-416887043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9CC381-09D7-669F-DDEB-792FC1FD6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64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3F9DC-FC1C-077B-7A85-0CC25393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643BD6-FF64-A175-014D-542103701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6DF96-6174-9BB6-5B8C-97B8E0326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492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EA21A-F17B-0743-F2F6-BF124D941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76E5B-1101-8C4D-36B9-5CBA541468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7E4887-E311-3625-C721-6E98FA7D52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E01ABF-24EE-EF6B-1576-AFB9CD1F7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A9C9A-9B0D-EC27-06BB-9D41970D2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8121D6-F26A-4FD0-85EE-94FF83800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326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6D873-CF08-1442-43B6-F855A363D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1BF0DA-3D6E-0183-DEFB-FB32E637AD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9205F8-2DEF-F130-42B4-0A46828D95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395A2D-9AAE-7050-8B7A-5E3F1381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DBBFD-ACB7-D4E8-5C46-F181352D1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D9CC5F-C335-4A00-D09A-3454C264D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72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280CA-E46A-B4D4-3D5D-72DBDF6D0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D18A14-7280-9452-3948-A56CE56C9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48864D-7BB4-B676-A262-7760B52CE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5DDBFB-EA2D-39B7-E1B1-B87507A05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13FA92-DA66-693E-EE83-6BBF9E979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0404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96738B-4A8F-7B2B-8422-F2B65D3A7F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BEB3C4-477E-DF35-8D98-5B4074F91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7153F-C350-4344-484A-092B7DD62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A309C2-4A37-AB41-396C-C49032DC5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AF327A-E304-608A-4E87-A9C968528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061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6D12872-5AD8-D5A8-D8FB-3DD96862A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B44C0E-02CB-18FA-A7A5-FC5849DED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9B5BB-CC4D-0050-BA68-A6186B56C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01807F-4839-7042-85F8-7E765409A7F2}" type="datetimeFigureOut">
              <a:rPr lang="en-US" smtClean="0"/>
              <a:t>8/15/26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ED3337-B8F0-7513-2D35-D320011EF6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28225D-E8AC-FFE8-485E-F555B519FD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2EAFE8-4019-464D-9BD5-AD27E00B01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884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B5DCE1E-9994-23E9-5BCF-3153B38D5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1972" y="2273300"/>
            <a:ext cx="3911600" cy="231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41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E4ACA-A154-246E-DD95-244257C6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729C9ED-56EF-ED9B-7A26-45C4DA73B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72" y="2273300"/>
            <a:ext cx="3911600" cy="2311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77E7D7B-1EE5-6731-FBAC-D59406D30149}"/>
              </a:ext>
            </a:extLst>
          </p:cNvPr>
          <p:cNvSpPr txBox="1"/>
          <p:nvPr/>
        </p:nvSpPr>
        <p:spPr>
          <a:xfrm>
            <a:off x="5989258" y="2967335"/>
            <a:ext cx="3829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1347405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86F2E-DB6F-3885-6A4B-04CF5E79B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3A298B8-2472-0C0D-BA04-5172FA246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572" y="2273300"/>
            <a:ext cx="3911600" cy="2311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2A4A241-2A11-688C-79FC-698E06D053A1}"/>
              </a:ext>
            </a:extLst>
          </p:cNvPr>
          <p:cNvSpPr txBox="1"/>
          <p:nvPr/>
        </p:nvSpPr>
        <p:spPr>
          <a:xfrm>
            <a:off x="5946728" y="4295188"/>
            <a:ext cx="38293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Dashboards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9D5520-4BAC-7C93-4E20-15B88FD6AE4E}"/>
              </a:ext>
            </a:extLst>
          </p:cNvPr>
          <p:cNvSpPr txBox="1"/>
          <p:nvPr/>
        </p:nvSpPr>
        <p:spPr>
          <a:xfrm>
            <a:off x="5946728" y="1811635"/>
            <a:ext cx="56126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Agentic workflows</a:t>
            </a:r>
          </a:p>
        </p:txBody>
      </p:sp>
    </p:spTree>
    <p:extLst>
      <p:ext uri="{BB962C8B-B14F-4D97-AF65-F5344CB8AC3E}">
        <p14:creationId xmlns:p14="http://schemas.microsoft.com/office/powerpoint/2010/main" val="794260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</Words>
  <Application>Microsoft Macintosh PowerPoint</Application>
  <PresentationFormat>Widescreen</PresentationFormat>
  <Paragraphs>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Helveston</dc:creator>
  <cp:lastModifiedBy>John Helveston</cp:lastModifiedBy>
  <cp:revision>16</cp:revision>
  <dcterms:created xsi:type="dcterms:W3CDTF">2026-07-20T17:52:28Z</dcterms:created>
  <dcterms:modified xsi:type="dcterms:W3CDTF">2026-08-15T10:21:22Z</dcterms:modified>
</cp:coreProperties>
</file>