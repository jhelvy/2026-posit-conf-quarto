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11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FD68-F529-3AA2-9EE2-33E122812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F4690-F809-4FF2-8C20-8D95E3344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A324B-5CD4-37CF-4E85-0E20D4DD9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E9D59-558C-B3C5-095E-5219B4DA3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FBF9C-6FF5-1444-8F57-7BC9436A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0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98D4-9828-640F-190A-A7DFC95D1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B6079-C696-7A26-5AB7-B4A7673AD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14332-F136-035C-DEFA-345D16200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F2661-D899-39E7-01DA-86A2EDF36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5ACE3-FAF4-ABB1-03E9-611CFB9E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2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857C-CAF9-2C1C-90B3-A3BAADA7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687AC-F11C-5D5E-ABEC-65131D487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97D2E-E911-F6D7-7C50-CE6F9B66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F1700-EE43-4179-E0BF-988B8B8A9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2E84E-F7B3-DB0B-989D-873FE673A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53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05160-7180-E2C2-B902-F06E83399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9253-11A7-AD8A-E198-B5284C3C1E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720CE-6F64-19AD-12C1-BA56AF714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610A8-13C5-C614-8AD9-55EB6B8D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08F23-E46F-5521-FB6B-0038CBE9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09314-0F59-34D7-222D-2BF865749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5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B695-9A98-C15B-200B-D1774FEE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07E84-D246-C6FC-B07A-FD491A4ED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7340D-3D5D-ED7A-0DEC-FB1D96779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624D1-9190-E28A-0CFE-C4AF39310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9F9CE-440F-BF02-79CA-84FAEA955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5D38B3-342C-5C00-905D-0803751FA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9865AF-AF01-EA7B-B0BF-1230A754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C9E05-FFF6-63C8-37BA-D92389D6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44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2FF3-3C87-9293-87D4-5E204968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9D008F-B180-2D73-B0A2-EC8624687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2B348-A3ED-9384-BB86-41688704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CC381-09D7-669F-DDEB-792FC1FD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6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3F9DC-FC1C-077B-7A85-0CC25393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43BD6-FF64-A175-014D-54210370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6DF96-6174-9BB6-5B8C-97B8E032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9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A21A-F17B-0743-F2F6-BF124D941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76E5B-1101-8C4D-36B9-5CBA54146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E4887-E311-3625-C721-6E98FA7D5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01ABF-24EE-EF6B-1576-AFB9CD1F7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A9C9A-9B0D-EC27-06BB-9D41970D2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121D6-F26A-4FD0-85EE-94FF8380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2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D873-CF08-1442-43B6-F855A363D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BF0DA-3D6E-0183-DEFB-FB32E637A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205F8-2DEF-F130-42B4-0A46828D9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95A2D-9AAE-7050-8B7A-5E3F1381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DBBFD-ACB7-D4E8-5C46-F181352D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9CC5F-C335-4A00-D09A-3454C264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7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280CA-E46A-B4D4-3D5D-72DBDF6D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18A14-7280-9452-3948-A56CE56C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8864D-7BB4-B676-A262-7760B52CE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DDBFB-EA2D-39B7-E1B1-B87507A0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3FA92-DA66-693E-EE83-6BBF9E97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04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6738B-4A8F-7B2B-8422-F2B65D3A7F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EB3C4-477E-DF35-8D98-5B4074F91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7153F-C350-4344-484A-092B7DD62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1807F-4839-7042-85F8-7E765409A7F2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309C2-4A37-AB41-396C-C49032DC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F327A-E304-608A-4E87-A9C96852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0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D12872-5AD8-D5A8-D8FB-3DD96862A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44C0E-02CB-18FA-A7A5-FC5849DED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9B5BB-CC4D-0050-BA68-A6186B56C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1807F-4839-7042-85F8-7E765409A7F2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D3337-B8F0-7513-2D35-D320011EF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8225D-E8AC-FFE8-485E-F555B519F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EAFE8-4019-464D-9BD5-AD27E00B0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8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9547C9E-257F-748E-DAB6-1F3867CE393C}"/>
              </a:ext>
            </a:extLst>
          </p:cNvPr>
          <p:cNvSpPr/>
          <p:nvPr/>
        </p:nvSpPr>
        <p:spPr>
          <a:xfrm>
            <a:off x="776177" y="1815509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E2CD30F-E4C4-1A19-AE83-9592E269A4C8}"/>
              </a:ext>
            </a:extLst>
          </p:cNvPr>
          <p:cNvSpPr/>
          <p:nvPr/>
        </p:nvSpPr>
        <p:spPr>
          <a:xfrm>
            <a:off x="3437863" y="1815509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</a:p>
        </p:txBody>
      </p:sp>
      <p:sp>
        <p:nvSpPr>
          <p:cNvPr id="6" name="Snip Diagonal Corner Rectangle 5">
            <a:extLst>
              <a:ext uri="{FF2B5EF4-FFF2-40B4-BE49-F238E27FC236}">
                <a16:creationId xmlns:a16="http://schemas.microsoft.com/office/drawing/2014/main" id="{6194D3EF-A47F-97B6-02FC-C1A019AA3307}"/>
              </a:ext>
            </a:extLst>
          </p:cNvPr>
          <p:cNvSpPr/>
          <p:nvPr/>
        </p:nvSpPr>
        <p:spPr>
          <a:xfrm>
            <a:off x="8765805" y="1815510"/>
            <a:ext cx="1792313" cy="927686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Artifact</a:t>
            </a:r>
          </a:p>
          <a:p>
            <a:pPr algn="ctr"/>
            <a:r>
              <a:rPr lang="en-US" dirty="0"/>
              <a:t>(Probabilistic)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E576CD-602E-30C0-2EC9-A782AF2DE52A}"/>
              </a:ext>
            </a:extLst>
          </p:cNvPr>
          <p:cNvSpPr/>
          <p:nvPr/>
        </p:nvSpPr>
        <p:spPr>
          <a:xfrm>
            <a:off x="3437863" y="3644611"/>
            <a:ext cx="1169581" cy="92768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2B43E1-858D-7F07-B0C0-850C340C26C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945758" y="2279353"/>
            <a:ext cx="14921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A06500-9C2A-E8B9-A219-F48F6E47DDB9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4607444" y="2279353"/>
            <a:ext cx="4158361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8584F1-4E08-496D-97A7-F109406C4417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4022654" y="2743196"/>
            <a:ext cx="0" cy="90141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A3137D5A-03A0-2F74-7020-987AC0A88A01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rot="5400000">
            <a:off x="5511465" y="-1407301"/>
            <a:ext cx="12700" cy="8300994"/>
          </a:xfrm>
          <a:prstGeom prst="bentConnector3">
            <a:avLst>
              <a:gd name="adj1" fmla="val 16283724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BC18299-17A8-C24E-2918-D703B622CA22}"/>
              </a:ext>
            </a:extLst>
          </p:cNvPr>
          <p:cNvSpPr txBox="1"/>
          <p:nvPr/>
        </p:nvSpPr>
        <p:spPr>
          <a:xfrm>
            <a:off x="2165597" y="1912827"/>
            <a:ext cx="91826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Prompt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4D5E7A-DAA3-F32E-DA52-E0E724F48F7E}"/>
              </a:ext>
            </a:extLst>
          </p:cNvPr>
          <p:cNvSpPr txBox="1"/>
          <p:nvPr/>
        </p:nvSpPr>
        <p:spPr>
          <a:xfrm>
            <a:off x="6104119" y="1906846"/>
            <a:ext cx="121815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Generates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A6195-F83D-1445-2EE2-26DD37B0102E}"/>
              </a:ext>
            </a:extLst>
          </p:cNvPr>
          <p:cNvSpPr txBox="1"/>
          <p:nvPr/>
        </p:nvSpPr>
        <p:spPr>
          <a:xfrm>
            <a:off x="3721075" y="4897329"/>
            <a:ext cx="3270447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Review artifact, then re-prompt</a:t>
            </a:r>
          </a:p>
        </p:txBody>
      </p:sp>
    </p:spTree>
    <p:extLst>
      <p:ext uri="{BB962C8B-B14F-4D97-AF65-F5344CB8AC3E}">
        <p14:creationId xmlns:p14="http://schemas.microsoft.com/office/powerpoint/2010/main" val="3058200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97CF-5889-9CC2-8C56-28938013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A55A66-84D5-F76B-76E7-060E596DC06D}"/>
              </a:ext>
            </a:extLst>
          </p:cNvPr>
          <p:cNvSpPr/>
          <p:nvPr/>
        </p:nvSpPr>
        <p:spPr>
          <a:xfrm>
            <a:off x="776177" y="1815509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4132B7D-F748-9075-B0D6-6465EAF7BE38}"/>
              </a:ext>
            </a:extLst>
          </p:cNvPr>
          <p:cNvSpPr/>
          <p:nvPr/>
        </p:nvSpPr>
        <p:spPr>
          <a:xfrm>
            <a:off x="3437863" y="1815509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</a:p>
        </p:txBody>
      </p:sp>
      <p:sp>
        <p:nvSpPr>
          <p:cNvPr id="6" name="Snip Diagonal Corner Rectangle 5">
            <a:extLst>
              <a:ext uri="{FF2B5EF4-FFF2-40B4-BE49-F238E27FC236}">
                <a16:creationId xmlns:a16="http://schemas.microsoft.com/office/drawing/2014/main" id="{096D0A86-56FA-708D-8B04-6818B0A40341}"/>
              </a:ext>
            </a:extLst>
          </p:cNvPr>
          <p:cNvSpPr/>
          <p:nvPr/>
        </p:nvSpPr>
        <p:spPr>
          <a:xfrm>
            <a:off x="6095999" y="1815510"/>
            <a:ext cx="1792313" cy="927686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qmd</a:t>
            </a:r>
            <a:r>
              <a:rPr lang="en-US" dirty="0"/>
              <a:t> file</a:t>
            </a:r>
          </a:p>
          <a:p>
            <a:pPr algn="ctr"/>
            <a:r>
              <a:rPr lang="en-US" dirty="0"/>
              <a:t>(Probabilistic)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4AF2070-B542-F427-B1DC-B175A295D66B}"/>
              </a:ext>
            </a:extLst>
          </p:cNvPr>
          <p:cNvSpPr/>
          <p:nvPr/>
        </p:nvSpPr>
        <p:spPr>
          <a:xfrm>
            <a:off x="3437863" y="3644611"/>
            <a:ext cx="1169581" cy="92768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6113C7-818C-050B-9969-A53B888EF441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945758" y="2279353"/>
            <a:ext cx="14921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1270FC-4248-CF1C-D51D-184DA75553E5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4607444" y="2279353"/>
            <a:ext cx="148855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075882A-B247-A36E-0DD9-74B920E38F0E}"/>
              </a:ext>
            </a:extLst>
          </p:cNvPr>
          <p:cNvSpPr txBox="1"/>
          <p:nvPr/>
        </p:nvSpPr>
        <p:spPr>
          <a:xfrm>
            <a:off x="2165597" y="1912827"/>
            <a:ext cx="91826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Prompt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49008B-14A3-35D2-E697-83A3EA417F34}"/>
              </a:ext>
            </a:extLst>
          </p:cNvPr>
          <p:cNvSpPr txBox="1"/>
          <p:nvPr/>
        </p:nvSpPr>
        <p:spPr>
          <a:xfrm>
            <a:off x="4649552" y="1906846"/>
            <a:ext cx="121815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Generates</a:t>
            </a:r>
          </a:p>
        </p:txBody>
      </p:sp>
      <p:cxnSp>
        <p:nvCxnSpPr>
          <p:cNvPr id="2" name="Elbow Connector 1">
            <a:extLst>
              <a:ext uri="{FF2B5EF4-FFF2-40B4-BE49-F238E27FC236}">
                <a16:creationId xmlns:a16="http://schemas.microsoft.com/office/drawing/2014/main" id="{5F3BC3BA-7C63-1770-3797-78004057284A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4607444" y="2743196"/>
            <a:ext cx="2384712" cy="136525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2CD7B1F-E8EE-4E3B-5C42-B5153F6224C3}"/>
              </a:ext>
            </a:extLst>
          </p:cNvPr>
          <p:cNvSpPr/>
          <p:nvPr/>
        </p:nvSpPr>
        <p:spPr>
          <a:xfrm>
            <a:off x="9076661" y="1821860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Artifact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93DBC8-BEDB-7C95-407D-58B233C2CA9E}"/>
              </a:ext>
            </a:extLst>
          </p:cNvPr>
          <p:cNvCxnSpPr>
            <a:cxnSpLocks/>
            <a:stCxn id="6" idx="0"/>
            <a:endCxn id="3" idx="1"/>
          </p:cNvCxnSpPr>
          <p:nvPr/>
        </p:nvCxnSpPr>
        <p:spPr>
          <a:xfrm>
            <a:off x="7888312" y="2279353"/>
            <a:ext cx="1188349" cy="635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10137C-E620-6D4A-8D66-A729CBF5C0CC}"/>
              </a:ext>
            </a:extLst>
          </p:cNvPr>
          <p:cNvSpPr txBox="1"/>
          <p:nvPr/>
        </p:nvSpPr>
        <p:spPr>
          <a:xfrm>
            <a:off x="7976898" y="1906846"/>
            <a:ext cx="101117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Renders</a:t>
            </a:r>
          </a:p>
        </p:txBody>
      </p:sp>
    </p:spTree>
    <p:extLst>
      <p:ext uri="{BB962C8B-B14F-4D97-AF65-F5344CB8AC3E}">
        <p14:creationId xmlns:p14="http://schemas.microsoft.com/office/powerpoint/2010/main" val="283397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763BE-2111-4718-9900-949BD1EF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2F870A-0A71-0E5E-F0FE-C66568060941}"/>
              </a:ext>
            </a:extLst>
          </p:cNvPr>
          <p:cNvSpPr/>
          <p:nvPr/>
        </p:nvSpPr>
        <p:spPr>
          <a:xfrm>
            <a:off x="776177" y="1815509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CE930C-0A09-0CFF-108C-0DA31DFC50AD}"/>
              </a:ext>
            </a:extLst>
          </p:cNvPr>
          <p:cNvSpPr/>
          <p:nvPr/>
        </p:nvSpPr>
        <p:spPr>
          <a:xfrm>
            <a:off x="3437863" y="1815509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</a:p>
        </p:txBody>
      </p:sp>
      <p:sp>
        <p:nvSpPr>
          <p:cNvPr id="6" name="Snip Diagonal Corner Rectangle 5">
            <a:extLst>
              <a:ext uri="{FF2B5EF4-FFF2-40B4-BE49-F238E27FC236}">
                <a16:creationId xmlns:a16="http://schemas.microsoft.com/office/drawing/2014/main" id="{6B463AAF-B837-F6A1-8F30-97F63D3628DA}"/>
              </a:ext>
            </a:extLst>
          </p:cNvPr>
          <p:cNvSpPr/>
          <p:nvPr/>
        </p:nvSpPr>
        <p:spPr>
          <a:xfrm>
            <a:off x="6095999" y="1815510"/>
            <a:ext cx="1792313" cy="927686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  <a:r>
              <a:rPr lang="en-US" dirty="0" err="1"/>
              <a:t>qmd</a:t>
            </a:r>
            <a:r>
              <a:rPr lang="en-US" dirty="0"/>
              <a:t> file</a:t>
            </a:r>
          </a:p>
          <a:p>
            <a:pPr algn="ctr"/>
            <a:r>
              <a:rPr lang="en-US" dirty="0"/>
              <a:t>(Probabilistic)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8F26AD-119F-CBCA-5047-6A502A370A4C}"/>
              </a:ext>
            </a:extLst>
          </p:cNvPr>
          <p:cNvSpPr/>
          <p:nvPr/>
        </p:nvSpPr>
        <p:spPr>
          <a:xfrm>
            <a:off x="3437863" y="3644611"/>
            <a:ext cx="1169581" cy="92768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D0D269-BCE0-D3C6-61A3-24B4F18EC018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945758" y="2279353"/>
            <a:ext cx="14921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B92DD7-E6AA-4B1A-C8AC-D0F028FCF981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4607444" y="2279353"/>
            <a:ext cx="148855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E78126B9-B8B8-03E0-77B2-ED57B62701BF}"/>
              </a:ext>
            </a:extLst>
          </p:cNvPr>
          <p:cNvCxnSpPr>
            <a:cxnSpLocks/>
            <a:stCxn id="3" idx="2"/>
            <a:endCxn id="4" idx="2"/>
          </p:cNvCxnSpPr>
          <p:nvPr/>
        </p:nvCxnSpPr>
        <p:spPr>
          <a:xfrm rot="5400000" flipH="1">
            <a:off x="5508034" y="-1403870"/>
            <a:ext cx="6351" cy="8300484"/>
          </a:xfrm>
          <a:prstGeom prst="bentConnector3">
            <a:avLst>
              <a:gd name="adj1" fmla="val -33399417"/>
            </a:avLst>
          </a:prstGeom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E15EA7-2F7B-340E-B22A-41AAD6D984A3}"/>
              </a:ext>
            </a:extLst>
          </p:cNvPr>
          <p:cNvSpPr txBox="1"/>
          <p:nvPr/>
        </p:nvSpPr>
        <p:spPr>
          <a:xfrm>
            <a:off x="2165597" y="1912827"/>
            <a:ext cx="91826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Prompt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FA6E2D-604A-72FC-ACE6-3F9372BA485C}"/>
              </a:ext>
            </a:extLst>
          </p:cNvPr>
          <p:cNvSpPr txBox="1"/>
          <p:nvPr/>
        </p:nvSpPr>
        <p:spPr>
          <a:xfrm>
            <a:off x="4649552" y="1906846"/>
            <a:ext cx="121815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Generates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588679-BD62-3C3A-D08A-6F602436B717}"/>
              </a:ext>
            </a:extLst>
          </p:cNvPr>
          <p:cNvSpPr txBox="1"/>
          <p:nvPr/>
        </p:nvSpPr>
        <p:spPr>
          <a:xfrm>
            <a:off x="3660227" y="4897329"/>
            <a:ext cx="3392147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Review artifact, update .</a:t>
            </a:r>
            <a:r>
              <a:rPr lang="en-US" dirty="0" err="1">
                <a:solidFill>
                  <a:schemeClr val="accent6"/>
                </a:solidFill>
              </a:rPr>
              <a:t>qmd</a:t>
            </a:r>
            <a:r>
              <a:rPr lang="en-US" dirty="0">
                <a:solidFill>
                  <a:schemeClr val="accent6"/>
                </a:solidFill>
              </a:rPr>
              <a:t> file</a:t>
            </a:r>
          </a:p>
        </p:txBody>
      </p:sp>
      <p:cxnSp>
        <p:nvCxnSpPr>
          <p:cNvPr id="2" name="Elbow Connector 1">
            <a:extLst>
              <a:ext uri="{FF2B5EF4-FFF2-40B4-BE49-F238E27FC236}">
                <a16:creationId xmlns:a16="http://schemas.microsoft.com/office/drawing/2014/main" id="{62FB0199-F93E-BCDD-AF5B-EAE57692124C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4607444" y="2743196"/>
            <a:ext cx="2384712" cy="136525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F01C9AD-2C0E-40A9-4DFD-D24E704DB66A}"/>
              </a:ext>
            </a:extLst>
          </p:cNvPr>
          <p:cNvSpPr/>
          <p:nvPr/>
        </p:nvSpPr>
        <p:spPr>
          <a:xfrm>
            <a:off x="9076661" y="1821860"/>
            <a:ext cx="1169581" cy="927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Artifact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5312C7-0E5E-BB88-2705-959947232B62}"/>
              </a:ext>
            </a:extLst>
          </p:cNvPr>
          <p:cNvCxnSpPr>
            <a:cxnSpLocks/>
            <a:stCxn id="6" idx="0"/>
            <a:endCxn id="3" idx="1"/>
          </p:cNvCxnSpPr>
          <p:nvPr/>
        </p:nvCxnSpPr>
        <p:spPr>
          <a:xfrm>
            <a:off x="7888312" y="2279353"/>
            <a:ext cx="1188349" cy="635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CB5C0B7-598F-7ADD-C38E-0FB888E3D4DA}"/>
              </a:ext>
            </a:extLst>
          </p:cNvPr>
          <p:cNvSpPr txBox="1"/>
          <p:nvPr/>
        </p:nvSpPr>
        <p:spPr>
          <a:xfrm>
            <a:off x="7976898" y="1906846"/>
            <a:ext cx="101117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/>
              <a:t>Renders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C7B525B6-D191-5EE9-3D2E-967E54A6E34E}"/>
              </a:ext>
            </a:extLst>
          </p:cNvPr>
          <p:cNvCxnSpPr>
            <a:cxnSpLocks/>
            <a:stCxn id="4" idx="0"/>
            <a:endCxn id="6" idx="3"/>
          </p:cNvCxnSpPr>
          <p:nvPr/>
        </p:nvCxnSpPr>
        <p:spPr>
          <a:xfrm rot="16200000" flipH="1">
            <a:off x="4176561" y="-1000085"/>
            <a:ext cx="1" cy="5631188"/>
          </a:xfrm>
          <a:prstGeom prst="bentConnector3">
            <a:avLst>
              <a:gd name="adj1" fmla="val -22860000000"/>
            </a:avLst>
          </a:prstGeom>
          <a:ln>
            <a:solidFill>
              <a:schemeClr val="accent6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108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47</Words>
  <Application>Microsoft Macintosh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Helveston</dc:creator>
  <cp:lastModifiedBy>John Helveston</cp:lastModifiedBy>
  <cp:revision>6</cp:revision>
  <dcterms:created xsi:type="dcterms:W3CDTF">2026-07-20T17:52:28Z</dcterms:created>
  <dcterms:modified xsi:type="dcterms:W3CDTF">2026-07-20T18:12:58Z</dcterms:modified>
</cp:coreProperties>
</file>